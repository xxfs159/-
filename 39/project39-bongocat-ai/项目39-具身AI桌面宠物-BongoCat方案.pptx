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52b71d96b4285" /><Relationship Type="http://schemas.openxmlformats.org/officeDocument/2006/relationships/extended-properties" Target="/docProps/app.xml" Id="R6c9e84a18af44a62" /><Relationship Type="http://schemas.openxmlformats.org/officeDocument/2006/relationships/officeDocument" Target="/ppt/presentation.xml" Id="R2885cc3e43a0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dbcff00be4a88"/>
  </p:sldMasterIdLst>
  <p:notesMasterIdLst>
    <p:notesMasterId xmlns:r="http://schemas.openxmlformats.org/officeDocument/2006/relationships" r:id="Rd67bc4ebc75b48d7"/>
  </p:notesMasterIdLst>
  <p:sldIdLst>
    <p:sldId xmlns:r="http://schemas.openxmlformats.org/officeDocument/2006/relationships" id="256" r:id="R7aa98d3643014c4c"/>
    <p:sldId xmlns:r="http://schemas.openxmlformats.org/officeDocument/2006/relationships" id="257" r:id="Re7e973a9322e48ac"/>
    <p:sldId xmlns:r="http://schemas.openxmlformats.org/officeDocument/2006/relationships" id="258" r:id="R5099d368251147d5"/>
    <p:sldId xmlns:r="http://schemas.openxmlformats.org/officeDocument/2006/relationships" id="259" r:id="R93d7f8fc09e74224"/>
    <p:sldId xmlns:r="http://schemas.openxmlformats.org/officeDocument/2006/relationships" id="260" r:id="Rca2b2959937f4cf7"/>
    <p:sldId xmlns:r="http://schemas.openxmlformats.org/officeDocument/2006/relationships" id="261" r:id="Rdb3c93d2d5c443fe"/>
    <p:sldId xmlns:r="http://schemas.openxmlformats.org/officeDocument/2006/relationships" id="262" r:id="Rf51400cf295c4c7c"/>
    <p:sldId xmlns:r="http://schemas.openxmlformats.org/officeDocument/2006/relationships" id="263" r:id="R9b16bc123d294d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dbcff00be4a88" /><Relationship Type="http://schemas.openxmlformats.org/officeDocument/2006/relationships/theme" Target="/ppt/theme/theme1.xml" Id="R9163ae158e28456a" /><Relationship Type="http://schemas.openxmlformats.org/officeDocument/2006/relationships/notesMaster" Target="/ppt/notesMasters/notesMaster1.xml" Id="Rd67bc4ebc75b48d7" /><Relationship Type="http://schemas.openxmlformats.org/officeDocument/2006/relationships/presProps" Target="/ppt/presProps.xml" Id="R756076e1b1d94e14" /><Relationship Type="http://schemas.openxmlformats.org/officeDocument/2006/relationships/viewProps" Target="/ppt/viewProps.xml" Id="R6fdccb251dea43db" /><Relationship Type="http://schemas.openxmlformats.org/officeDocument/2006/relationships/tableStyles" Target="/ppt/tableStyles.xml" Id="R2e33eb5fc7ab4a1e" /><Relationship Type="http://schemas.openxmlformats.org/officeDocument/2006/relationships/slide" Target="/ppt/slides/slide1.xml" Id="R7aa98d3643014c4c" /><Relationship Type="http://schemas.openxmlformats.org/officeDocument/2006/relationships/slide" Target="/ppt/slides/slide2.xml" Id="Re7e973a9322e48ac" /><Relationship Type="http://schemas.openxmlformats.org/officeDocument/2006/relationships/slide" Target="/ppt/slides/slide3.xml" Id="R5099d368251147d5" /><Relationship Type="http://schemas.openxmlformats.org/officeDocument/2006/relationships/slide" Target="/ppt/slides/slide4.xml" Id="R93d7f8fc09e74224" /><Relationship Type="http://schemas.openxmlformats.org/officeDocument/2006/relationships/slide" Target="/ppt/slides/slide5.xml" Id="Rca2b2959937f4cf7" /><Relationship Type="http://schemas.openxmlformats.org/officeDocument/2006/relationships/slide" Target="/ppt/slides/slide6.xml" Id="Rdb3c93d2d5c443fe" /><Relationship Type="http://schemas.openxmlformats.org/officeDocument/2006/relationships/slide" Target="/ppt/slides/slide7.xml" Id="Rf51400cf295c4c7c" /><Relationship Type="http://schemas.openxmlformats.org/officeDocument/2006/relationships/slide" Target="/ppt/slides/slide8.xml" Id="R9b16bc123d29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f21c4f64b7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711f7e3b1f4177" /><Relationship Type="http://schemas.openxmlformats.org/officeDocument/2006/relationships/notesMaster" Target="/ppt/notesMasters/notesMaster1.xml" Id="R4393f1f9d4a740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a298b8c3bf4ebc" /><Relationship Type="http://schemas.openxmlformats.org/officeDocument/2006/relationships/notesMaster" Target="/ppt/notesMasters/notesMaster1.xml" Id="R6fbb28eb755c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99a238a7614669" /><Relationship Type="http://schemas.openxmlformats.org/officeDocument/2006/relationships/notesMaster" Target="/ppt/notesMasters/notesMaster1.xml" Id="Rba615fce4d51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7cdebb2d54445" /><Relationship Type="http://schemas.openxmlformats.org/officeDocument/2006/relationships/notesMaster" Target="/ppt/notesMasters/notesMaster1.xml" Id="R78cbd45ee5c8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120ab351f44bd" /><Relationship Type="http://schemas.openxmlformats.org/officeDocument/2006/relationships/notesMaster" Target="/ppt/notesMasters/notesMaster1.xml" Id="Rb920cb5128b145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2fa8e8888a4c31" /><Relationship Type="http://schemas.openxmlformats.org/officeDocument/2006/relationships/notesMaster" Target="/ppt/notesMasters/notesMaster1.xml" Id="R9c605daac61e46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ec8db0c11b46cd" /><Relationship Type="http://schemas.openxmlformats.org/officeDocument/2006/relationships/notesMaster" Target="/ppt/notesMasters/notesMaster1.xml" Id="Rcec76ff19f114b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d8f73d20f4d49" /><Relationship Type="http://schemas.openxmlformats.org/officeDocument/2006/relationships/notesMaster" Target="/ppt/notesMasters/notesMaster1.xml" Id="Ra34f4674ee2a47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686deaeb643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16270ee7494649" /><Relationship Type="http://schemas.openxmlformats.org/officeDocument/2006/relationships/slideLayout" Target="/ppt/slideLayouts/slideLayout2.xml" Id="Rdde938fbead8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e938fbead8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551f40043439a" /><Relationship Type="http://schemas.openxmlformats.org/officeDocument/2006/relationships/notesSlide" Target="/ppt/notesSlides/notesSlide1.xml" Id="R4f1274b105a5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d21799583d4d83" /><Relationship Type="http://schemas.openxmlformats.org/officeDocument/2006/relationships/notesSlide" Target="/ppt/notesSlides/notesSlide2.xml" Id="R27216d1d8860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47ae35bc748a2" /><Relationship Type="http://schemas.openxmlformats.org/officeDocument/2006/relationships/notesSlide" Target="/ppt/notesSlides/notesSlide3.xml" Id="R68ad7d06cadb49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1a9759d084899" /><Relationship Type="http://schemas.openxmlformats.org/officeDocument/2006/relationships/notesSlide" Target="/ppt/notesSlides/notesSlide4.xml" Id="Re9f5adfe7022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269feac9a480e" /><Relationship Type="http://schemas.openxmlformats.org/officeDocument/2006/relationships/notesSlide" Target="/ppt/notesSlides/notesSlide5.xml" Id="Reb4f1de9c74a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7dcc4a25eb4cc2" /><Relationship Type="http://schemas.openxmlformats.org/officeDocument/2006/relationships/notesSlide" Target="/ppt/notesSlides/notesSlide6.xml" Id="R7b3ccf4badeb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f2a053e7f94b9d" /><Relationship Type="http://schemas.openxmlformats.org/officeDocument/2006/relationships/notesSlide" Target="/ppt/notesSlides/notesSlide7.xml" Id="R2ef00eea353143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e0af6c7529450b" /><Relationship Type="http://schemas.openxmlformats.org/officeDocument/2006/relationships/notesSlide" Target="/ppt/notesSlides/notesSlide8.xml" Id="Rcb721189892f4b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8ACF8-AF05-4741-8C26-3D42469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73253-1BBB-4206-843F-E1184470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FC150-94CD-4B6B-BDCA-7755930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0A9AA-C8CD-4855-B530-C42A620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D0B45-C9F0-4D8A-821D-ADD80A8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48B9B-00F6-41AA-8AB0-671A1F74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FC632-0F2B-4646-93C3-FB9D386D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B7237-187B-4C3D-9A92-F06C924E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F0FC0-BB59-44EF-980E-88652323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666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FA55B-0EDE-40D2-9BA8-E150BDA7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5572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项目39</a:t>
            </a:r>
          </a:p>
          <a:p xmlns:a="http://schemas.openxmlformats.org/drawingml/2006/main">
            <a:pPr algn="l">
              <a:defRPr sz="31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具身 AI 桌面宠物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DAF08-BABC-4B72-8092-43CD2C2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以 BongoCat 的桌面宠物形态为底座，加入摄像头感知、语音交互和多模态 Agent，形成可演示、可迁移、可扩展的 AI 陪伴原型。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FAFFE-DDAA-4702-8702-DCEB831C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5FD90-D975-4265-8D5A-A29A34DE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Tauri 桌面壳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382E0-C8B0-4015-9552-38DD9977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49B33-69D4-4DE1-9346-2551994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本地感知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3C813-A323-4F83-9F56-5A9124AD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8E81C-E28C-4724-A7CC-5BAE3B6C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528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多模态对话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B793C-2CEA-49CE-9FA5-016727D1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BFBFC-EF4A-4596-A965-BA56CEAD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528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rPr>
              <a:t>语音反馈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7BD0B-43B4-4ED7-8944-0F9F5422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001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AC930-79C3-4AAE-B42E-09D7B16D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66123"/>
            <a:ext cx="1520190" cy="8601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B1"/>
          </a:solidFill>
          <a:ln xmlns:a="http://schemas.openxmlformats.org/drawingml/2006/main" w="28575">
            <a:solidFill>
              <a:srgbClr val="2023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5C42C-AFBA-468D-94D8-E0ED9064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555" y="2346008"/>
            <a:ext cx="1880235" cy="1260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B1"/>
          </a:solidFill>
          <a:ln xmlns:a="http://schemas.openxmlformats.org/drawingml/2006/main" w="28575">
            <a:solidFill>
              <a:srgbClr val="2023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2C857-B94C-4414-951E-131F5037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584" y="2085975"/>
            <a:ext cx="500063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B1"/>
          </a:solidFill>
          <a:ln xmlns:a="http://schemas.openxmlformats.org/drawingml/2006/main" w="28575">
            <a:solidFill>
              <a:srgbClr val="2023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31C74-C4C1-4D71-ABB6-EC2558F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85975"/>
            <a:ext cx="500063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B1"/>
          </a:solidFill>
          <a:ln xmlns:a="http://schemas.openxmlformats.org/drawingml/2006/main" w="28575">
            <a:solidFill>
              <a:srgbClr val="2023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DFDAB-9602-435E-8D7D-A1289D0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614" y="2926080"/>
            <a:ext cx="180023" cy="220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AC21C-48E1-46CA-8831-A14CECA3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10" y="2926080"/>
            <a:ext cx="180023" cy="220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25B506-9CA8-4EAB-A82E-6A1B2555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665" y="3186113"/>
            <a:ext cx="180023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06771-E9F9-4CDC-984B-29FC6F9F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595" y="3946208"/>
            <a:ext cx="580073" cy="340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B1"/>
          </a:solidFill>
          <a:ln xmlns:a="http://schemas.openxmlformats.org/drawingml/2006/main" w="28575">
            <a:solidFill>
              <a:srgbClr val="2023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6DFE8-38C8-4724-8735-30835F2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693" y="3946208"/>
            <a:ext cx="580073" cy="340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B1"/>
          </a:solidFill>
          <a:ln xmlns:a="http://schemas.openxmlformats.org/drawingml/2006/main" w="28575">
            <a:solidFill>
              <a:srgbClr val="20232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171EFF-867A-4735-B7B2-6C8264EB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2C8B0-7C5A-495A-83D0-4A5A7D5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673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从“会动的桌宠”到“能感知和回应的桌面伙伴”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D3D21-B309-41F0-854B-85E5171E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990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9525">
            <a:solidFill>
              <a:srgbClr val="16878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B261AA-4FDB-4FAD-899C-8663067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33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945683-C58B-48B6-A8F2-95CBA439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668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9EA81-4FD7-40DE-8691-FEAAC6C8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10668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72675-E069-4D08-8DDD-59B0640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9FB89-39E0-4FF2-BB24-87FEBFAD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66984-48EC-4AAC-A84D-38FC0D04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C4AC9-974E-4CF6-964C-994A1B00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19750-2BB8-462E-ABCF-7BDC8DF7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41C0E-7602-4215-8B11-129BCD02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E94DA-596C-4E17-8498-B8A62A47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6BAF0-AD44-47D2-9124-8894B9A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E01F7-3216-4621-86A4-84D83A72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项目39要求的关键，不是“做一个角色”，而是做具身交互闭环。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C5BE6-D6BC-4C18-9247-9570D68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课件要求：电脑桌面或小屏设备中的可交互虚拟宠物，能通过摄像头感知用户状态，并结合语音和多模态大模型实时互动。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B91BC-DAFE-43BB-8360-DBA1DBC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13393-6D13-44C1-AE30-05F74FE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02660-0DE2-4CD0-A14C-E87B99A5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传统桌宠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DFB64-6D96-4FCB-92E6-BC47AF4C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781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优势：角色存在感强，操作门槛低。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短板：多数只做预设动画，无法理解用户状态，也不能解释自己的行为。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2DB59-917B-4B7A-A5F0-943E664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3143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0C716-6508-47B7-9257-26D0532C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4FA84-E135-4EE1-A0F3-81160C44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普通聊天助手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4FA71-24D6-4E16-95C2-22AEB5C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2781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优势：语言能力强，能生成文本和建议。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短板：通常停留在聊天窗口，缺少桌面陪伴感和实时输入反馈。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FEE1B-54DE-4940-A140-E69E22F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3143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A306D-B741-499F-9B55-D0C7452C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84F90-88D0-4D31-8631-2394E974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908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本项目方案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23761-E7F7-4E99-8B84-C90AB09C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2781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结合 BongoCat 的桌面宠物形态，加上视觉、语音、键鼠和大模型。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目标：让桌宠具备可感知、可表达、可行动的 Agent 闭环。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36164-FA59-4D36-BD51-B880C9F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47DA7-1B64-4879-970E-28FDA946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10200"/>
            <a:ext cx="845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设计判断：BongoCat 解决“桌面存在感”，AI 层解决“理解与回应”。</a:t>
            </a:r>
          </a:p>
        </p:txBody>
      </p:sp>
    </p:spTree>
    <p:extLst>
      <p:ext uri="{BB962C8B-B14F-4D97-AF65-F5344CB8AC3E}">
        <p14:creationId xmlns:p14="http://schemas.microsoft.com/office/powerpoint/2010/main" val="18457282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C181A-CE94-4130-8735-7365872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AA24A-4607-4016-8B2C-22C19099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62299-E9A4-468C-9927-B77BAE2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D1C8F-84B7-4244-9610-7DEA1DA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BongoCat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770AC-CA18-4C53-B363-3667EB2E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2DB19-5F7E-4501-8DEB-2108472B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1A778-93F1-4767-9520-5A155AB6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26819-97C6-491F-A971-0617FB6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EE90D-DAEC-491F-9A15-10FCF9BB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BongoCat 是项目39的合适底座：它已经完成桌面宠物的工程外壳。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9A6AD-5C18-4387-8777-E333AC4B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仓库 README 显示其核心特性包括跨平台、键盘/鼠标/手柄动作同步、自定义模型、离线运行、Tauri + Vue + TypeScript + Rust 技术栈。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08B0-E4D7-47FA-B70A-D410636E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9525">
            <a:solidFill>
              <a:srgbClr val="1687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D575A-2586-471A-90F8-8B9E08C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Tauri 桌面窗口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7D983-69B9-4DFB-A2BB-D57ABA9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9525">
            <a:solidFill>
              <a:srgbClr val="DB62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7AC55-4D4A-4D8D-BF08-077F6DC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rPr>
              <a:t>全局输入反馈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14A59-391C-489D-A40C-6B2D219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0FF6D-8E90-4158-B4C1-3C017A76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BongoCat</a:t>
            </a:r>
          </a:p>
          <a:p xmlns:a="http://schemas.openxmlformats.org/drawingml/2006/main">
            <a:pPr algn="ctr">
              <a:defRPr sz="180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桌宠表现层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21A92-DE1B-47CF-A479-71E7A766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5"/>
          </a:solidFill>
          <a:ln xmlns:a="http://schemas.openxmlformats.org/drawingml/2006/main" w="9525">
            <a:solidFill>
              <a:srgbClr val="F0BD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43206-8F64-4CB9-8113-CB98DD40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rPr>
              <a:t>Live2D / Pixi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D8A3D-3E63-4035-95D8-B2A143C4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386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DC"/>
          </a:solidFill>
          <a:ln xmlns:a="http://schemas.openxmlformats.org/drawingml/2006/main" w="9525">
            <a:solidFill>
              <a:srgbClr val="6F9D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C3C66-F946-4FB6-8EAE-0BED0D9D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16A30"/>
                </a:solidFill>
                <a:latin typeface="Microsoft YaHei"/>
                <a:ea typeface="Microsoft YaHei"/>
                <a:cs typeface="Microsoft YaHei"/>
              </a:rPr>
              <a:t>本地离线运行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8FC8E-BDD8-4AF5-8BD5-F4180F4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7ECD5-C7BF-4503-BF9F-D06013A2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3751B-C799-4D0B-BD78-09E2DAD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0F5ED-0562-40FC-ABB0-55FCF2F6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0EAEE-4FF4-4AA5-B364-B2702BB6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A5858-E860-4826-8EA2-252AB14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EF736-0EA1-4A40-BE54-87F16E78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6CBF1-4EF1-4768-AAC4-EAE1A44A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6B93E-2E8F-4CA0-9795-FEC60D3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673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01FCF-3A2E-46C7-AA5E-2750CB7B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保留：桌宠外壳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5BE43-AE23-4D69-8E81-1C9CC8B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673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448B5-D4ED-4EC3-8CF3-E9C91DDD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435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rPr>
              <a:t>新增：视觉感知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4F123-E909-422B-90F9-66FE99C9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FD37E1-E6D3-4B18-8C5D-1875F64A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435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rPr>
              <a:t>新增：LLM Agent</a:t>
            </a:r>
          </a:p>
        </p:txBody>
      </p:sp>
    </p:spTree>
    <p:extLst>
      <p:ext uri="{BB962C8B-B14F-4D97-AF65-F5344CB8AC3E}">
        <p14:creationId xmlns:p14="http://schemas.microsoft.com/office/powerpoint/2010/main" val="7445521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F5405-EBD5-4B29-9847-9C5CDCA2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AB211-D4F8-4EDD-834F-A1772C8D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ACE27-C08D-46BD-8131-5597FD4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BC21C-42C6-4317-94D6-DAFB32EF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D71E2-692E-47CA-82B4-92388FEE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143B1-E592-48F2-98ED-84DCF6C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50D0D-B658-41EA-BC6E-FA70C13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0DCE8-B5C7-43A9-9856-478B7D3E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37B15-AFE4-4352-86D1-78759345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用户体验设计：桌宠一直在桌面，但只在需要时主动出现。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7B5FB-4F95-4783-9BE7-66894309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它不只是聊天窗口，而是会把用户状态转化成可见动作、短文本和语音提醒。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A18E-5423-40BF-910B-DDCF756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368D2-26EF-4374-9B49-DBA203AD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BC963-C9B5-4FFD-8E8D-C9449736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C420B-B970-498B-BBA5-AC2F5A50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384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打开桌面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25284-2CC1-4111-97CB-42E92BD2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宠物待机，展示轻量气泡，不遮挡主要工作。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45D81-9502-4A8C-9198-6F1B715F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FE174-417B-42F0-8ADE-7F50116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安静存在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71135-47ED-4784-A348-8104715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45EBA-4C26-4C4F-A175-23CC7BCA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8D33-F150-4134-B42C-1E652E8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98FAD-B4DF-4167-877C-3A96DA1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键鼠活跃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C9794-76EA-4D56-A618-77BFC2B0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76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同步敲击或点击动作，延续 BongoCat 的即时反馈。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8B408-DC1A-45A9-800B-40E7BFA7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F87D7-E6FD-432B-9201-F2A23B41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即时反馈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733A1-8547-40F1-BA6D-FE51C60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AFC5A-FC91-4428-9E23-FDEEFE38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BBE19-D325-43E6-9B96-A2C5E86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20898-8A10-434C-98DE-133F35BB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384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摄像头感知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AFC04C-C0C1-4DE3-8E83-B288E8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判断用户是否在屏幕前、环境亮度、画面动作强度。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F9CCB-6E82-4890-BA8C-2E9B5689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59437-08EC-48DE-89EA-1E550F8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低侵扰感知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91334-3B7A-4759-8721-F6E8B8C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BEB7D-6C57-4B33-88AD-75C1A9F2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FDCD8-C285-4E68-9775-49A7FB7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64185-5F50-4D7A-A22F-EA8D7CC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384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回应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74666-141C-421F-B7CA-3077804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76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多模态 Agent 生成短回复、动作指令和语音播报。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1ACFD-492B-42C1-A077-F9E6A75A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EAD545-8246-4BCB-8E7C-35D0B9A3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29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自然陪伴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AF3323-BFE7-4731-97D1-31A6ED3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657072-ECD2-41F2-A4EE-EE81F74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96169A-8E5B-4318-A31F-72F8F02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95900"/>
            <a:ext cx="813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课堂演示策略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847316-1274-4524-8AF3-CFC9681E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38800"/>
            <a:ext cx="813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先展示能跑的原型，再讲 BongoCat 迁移路线与 AI 模型扩展，现场评分更容易看到技术有效性。</a:t>
            </a:r>
          </a:p>
        </p:txBody>
      </p:sp>
    </p:spTree>
    <p:extLst>
      <p:ext uri="{BB962C8B-B14F-4D97-AF65-F5344CB8AC3E}">
        <p14:creationId xmlns:p14="http://schemas.microsoft.com/office/powerpoint/2010/main" val="2650569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B9A26-8612-4DCD-B7C0-B790237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FE9FD-FB38-41BD-BF38-0058981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A5D74-E8FF-48ED-A1B5-7AD52E85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35E86-A481-4A0D-9545-FDC6F943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43F6F-677F-45F2-AE02-3FC41ED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D5A96-569F-4FF5-B25F-9CF2928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2F18C-6847-4D48-8E6C-84C31B16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78098-9664-4089-A711-BC0C30B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B4D13-8E44-41FB-A1E3-D3E283EE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技术架构：本地状态机先即时响应，大模型负责高质量理解与表达。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352EF-BEF1-43F3-94F0-8E14CD02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这样可以避免模型延迟让桌宠“卡住”，也能把摄像头隐私边界讲清楚。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911AA-2192-4C72-A735-B7DA9CA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75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9525">
            <a:solidFill>
              <a:srgbClr val="1687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213B5-9C69-49A5-907D-2D71CA85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8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C0915-E4BE-4A88-95B2-8B45A3C3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65D60-0EAD-4968-B3C3-F6EF86B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麦克风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键盘/鼠标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C9917-F560-4807-A842-55BB609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76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13020-DA52-4081-8AE9-582B2FE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195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2624F-F8F7-4AE5-BD44-82B18A12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75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9525">
            <a:solidFill>
              <a:srgbClr val="DB62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71125-65F3-45DF-AC2F-75A6512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rPr>
              <a:t>本地感知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04CA3-51EB-4368-A615-AE89CA9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19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9FD4E-A452-4365-95D3-8DBB5658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242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亮度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动作强度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人脸数量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E4F38-30C0-422D-A37B-09C4C979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9D3AB-632B-4B2F-9909-B96AB15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195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BF675-D768-4D93-AFA4-58A0B658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75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5"/>
          </a:solidFill>
          <a:ln xmlns:a="http://schemas.openxmlformats.org/drawingml/2006/main" w="9525">
            <a:solidFill>
              <a:srgbClr val="8A61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68E03-3873-4BA8-9D56-F9FCF740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003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rPr>
              <a:t>Agent 状态机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5484A-4053-488B-9298-B0491B00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19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A25FA-E275-4A2B-A303-E076E03F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idle / typing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curious / cheer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sleepy / thinking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B89AD-FBDF-46A7-99E6-04E34FC7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CEDF8-A76B-4CA5-A2FE-E70ED231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9AB41-E90A-46D5-917A-749C56C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175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DC"/>
          </a:solidFill>
          <a:ln xmlns:a="http://schemas.openxmlformats.org/drawingml/2006/main" w="9525">
            <a:solidFill>
              <a:srgbClr val="6F9D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0BCDE-33D5-4398-BA5E-BF30C419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9D55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B17EFF-6BBD-4F34-B6E9-98EE083A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19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749F47-8D7F-4509-80C3-2ABD8506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Qwen-VL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DeepSeek / Qwen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OpenAI 兼容接口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62151-7041-4BAD-B6D5-28D19388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A6732-8A34-482F-8798-D328670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195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2CB35-38D4-4497-8F59-55F0D670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175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56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22819-8E4A-493B-83B4-81C0FA7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003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75489B-DB78-49DE-834A-2D22F77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19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ED0175-E459-4131-9B57-93BA472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Live2D 动作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聊天气泡</a:t>
            </a:r>
          </a:p>
          <a:p xmlns:a="http://schemas.openxmlformats.org/drawingml/2006/main">
            <a:pPr algn="ctr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TTS 语音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CD2F47-0217-46B7-8C88-EB345AF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61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DFFADD-FD99-4F1C-A147-3F5D462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隐私原则：摄像头帧默认只在本机计算指标，上传视觉模型必须由用户主动触发。</a:t>
            </a:r>
          </a:p>
        </p:txBody>
      </p:sp>
    </p:spTree>
    <p:extLst>
      <p:ext uri="{BB962C8B-B14F-4D97-AF65-F5344CB8AC3E}">
        <p14:creationId xmlns:p14="http://schemas.microsoft.com/office/powerpoint/2010/main" val="8942085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B4C50-54FE-4005-BD23-BDCCF371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D99FB-EF30-4CA8-B558-3061791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60048-D101-4BCF-B898-9A5CEC2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6281C-AEDC-4121-AE70-F0C8A01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DEBC6-0C74-4493-89E1-06C9D7EE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0BFF2-29E5-4E93-9F30-32E417B3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52609-FF83-4B1D-8E19-0105E3C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6D9F5-FC35-4FCB-B4D5-56C6791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7988D-F758-4BC1-A429-5CB3357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当前原型已经完成项目闭环：看得到、能互动、能解释、能迁移。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CD8F8-DAEB-40BF-8C40-EC718BBE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交付物包括可运行 Web 原型、项目报告、海报草稿、BongoCat 迁移计划和本汇报 PPT。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3195B-DCBE-447E-9970-A7E897D8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A0A00-3EAD-4B11-96FF-2E059A4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A4488-A6C4-4A7F-B02D-2E78AC10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1. 桌宠状态动画</a:t>
            </a:r>
          </a:p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2. 键鼠动作同步</a:t>
            </a:r>
          </a:p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3. 摄像头本地感知</a:t>
            </a:r>
          </a:p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4. 文本/语音交互</a:t>
            </a:r>
          </a:p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5. 模型接口预留</a:t>
            </a:r>
          </a:p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6. 演示脚本与报告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7B9B0-ECD5-430B-AA02-E5D3B911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EC2EE-3816-46B7-8D97-CE4AD552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rPr>
              <a:t>课堂展示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4E89D-AFCD-4230-83EC-DABB7CA9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演示顺序：</a:t>
            </a:r>
          </a:p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打开页面 -&gt; 输入同步 -&gt; 摄像头状态 -&gt; 询问观察结果 -&gt; 说明视觉模型接入 -&gt; 展示架构图。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AB253-B35B-4216-920E-520FB0B4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5458-6458-4C83-93D0-ED418DE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rPr>
              <a:t>后续迁移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A6C54-ED5D-4597-9E10-7939D9AC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670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把原型拆成 perception、agent、voice、modelClient 四个模块，再接入 BongoCat 的 Tauri 窗口和 Live2D 表现层。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0F20B-9421-4A26-B28D-3DCA564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11C3A-1FCF-48B2-989D-2965E4C6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19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6 种宠物状态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65197-2C1E-4BC3-8372-F964764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F5CB9-D0B6-4973-B3EE-B13D087C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rPr>
              <a:t>3 类感知输入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EF7A1-4501-430F-BDA2-C4F0B265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96822-1EC5-423A-BBED-113E8559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6100"/>
                </a:solidFill>
                <a:latin typeface="Microsoft YaHei"/>
                <a:ea typeface="Microsoft YaHei"/>
                <a:cs typeface="Microsoft YaHei"/>
              </a:rPr>
              <a:t>0 外部依赖</a:t>
            </a:r>
          </a:p>
        </p:txBody>
      </p:sp>
    </p:spTree>
    <p:extLst>
      <p:ext uri="{BB962C8B-B14F-4D97-AF65-F5344CB8AC3E}">
        <p14:creationId xmlns:p14="http://schemas.microsoft.com/office/powerpoint/2010/main" val="17370165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BF229D-DD57-4B7C-BC33-B7B53F46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5AB95-39C2-4CB3-9675-E35D799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13BED-EE67-40E2-AEB6-5CE11ACD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D2E08-C8A9-44DE-9A61-D7D38593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69846-CEFD-4A39-9C36-E560639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9FF5B-E6CE-4E90-9315-343D0FD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487F7-E2F4-457F-81AC-2FD4708B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3AEC9-FABD-45A6-82DF-3303ED4C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C659D-95B2-44C4-9C00-1C585A7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评分对齐：把技术创新、技术有效性、视觉与汇报都做成可验证证据。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2BD60-72A6-4BB9-A79A-B3EB64C0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课程评分不是只看“想法”，而是看方案是否能跑、逻辑是否严密、展示是否清楚。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1BB6E-D8C7-438F-93A9-4FFE8FB2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294F7-B2AF-4D61-93C8-A700EF39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CEBA0-B9B0-4518-AA79-0C88DED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22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94D57-8810-48EC-BA0B-47D08BA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22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7F9DC-98EC-4089-BE3C-4EBCE9B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0365A-F5A6-46B8-9762-1E548C0B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B6256"/>
                </a:solidFill>
                <a:latin typeface="Microsoft YaHei"/>
                <a:ea typeface="Microsoft YaHei"/>
                <a:cs typeface="Microsoft YaHei"/>
              </a:rPr>
              <a:t>技术创新性 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561E3-E1A9-402E-B6C7-5F7CB3ED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765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桌面宠物 + 多模态 Agent + 本地隐私感知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A6A5A-86A4-4A8D-B02F-66F2BF64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765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对比传统桌宠和普通聊天助手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07BBC-ACE6-4DEA-91C2-7F1D8184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382F8-BF47-4039-B491-6CA6E60D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技术有效性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236CF-E03D-4769-9D87-DFB8C31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摄像头、键鼠、语音、聊天形成闭环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758EB-DEC1-482D-948B-3F2B77F1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623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现场演示 + 指标刷新 + 状态解释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DEEDA-491F-4C47-B6E1-D989A704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3DEC0-50D6-44CE-AA79-3AE3D86B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视觉美观性 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3F262-3902-4A3C-BBC9-E7190955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统一桌宠、状态面板、海报结构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DE5B6-4B85-46E9-A38F-3EB3A904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481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页面截图、海报模块、PPT 风格一致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E704A-96CC-4430-803A-95DE5FA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A4424-1735-49A8-991A-258C966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720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现场汇报 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6B32E-ABFF-49AE-BC99-2033334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339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先演示，再讲架构、模型、风险和路线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0BBA6-9061-4EA1-B94C-0F0A7046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339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3 分钟演示脚本和问答准备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2FB44-B6E6-4CA8-B06E-1A2B2F95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86450"/>
            <a:ext cx="807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B0B362-9352-4D1F-A754-DE509175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57900"/>
            <a:ext cx="731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关键答辩句：BongoCat 提供桌面存在感，AI Agent 提供可感知的互动智能。</a:t>
            </a:r>
          </a:p>
        </p:txBody>
      </p:sp>
    </p:spTree>
    <p:extLst>
      <p:ext uri="{BB962C8B-B14F-4D97-AF65-F5344CB8AC3E}">
        <p14:creationId xmlns:p14="http://schemas.microsoft.com/office/powerpoint/2010/main" val="3553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1C5E5-A1A8-4964-AA8D-6755DF5E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6086A-4F63-4E20-B847-E76FC945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5EB13-2A42-4ED2-B344-DAB3923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E8B1A-8610-4C67-A2FB-E2F6C46C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565D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2083A-9B70-42E9-A4FB-36B66874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具身 AI 桌面宠物 / BongoCat-inspired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6E898-F281-4EFC-BCA0-23D8EDF5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02BF9-F2E5-4927-BB37-E1CE2C63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14057-1ABF-46BC-B300-88862AB4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Source: ayangweb/BongoCat GitHub; course project 39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AD455-87ED-4292-8A85-2534EEF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路线图：先保证展示闭环，再迁移到真正桌面端。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4A36F-3E46-4E5C-A2FF-E3EE1C41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MVP 已覆盖课程项目的关键功能，工程化阶段重点放在 BongoCat/Tauri 集成、Live2D 动作和真实多模态模型。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47CF5-7880-41CF-A162-26A008E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DF07C-02E8-465D-9DDF-2D90EAA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64A33-4F3F-4197-95B4-2119E206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32B3D-35D3-4C1E-B00F-5E0AAF91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9C744-AB9F-42FB-A7DE-103D7F2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67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完成本地感知、聊天、语音和报告材料。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3145D-E2E2-4D70-87E4-C267E5E3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F4C58-C024-4757-9C24-2627EDC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953D7-EF6A-459D-B056-ABC7EB0C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0906A-CF0E-4B21-8B8E-7924837F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2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Tauri 迁移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12662-2B94-4A70-AD36-6407ECDC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167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接入透明置顶窗口、全局输入事件和设置面板。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9BB55-EE9B-4AFB-953A-DEB3E56D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9EE7C-D09E-4D9A-96BE-FE9D2274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28860-D2EA-4781-BF61-45737EB3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C7413-AC8E-4218-BB28-C5E594BD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多模态模型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3B296-1AD9-41BD-814E-599D8262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167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接入 Qwen-VL/DeepSeek，输出文本与动作指令。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4C215-9894-4E4C-9CC6-A4CB9DFF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5FA67-E808-44AE-9563-D8C86C1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312A48-C1C8-43BC-8D95-EF2A7659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ED57E4-EFE9-42D6-A882-AED4B8BF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展示优化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878D6-BB2B-4B5B-815B-CCC2267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57600"/>
            <a:ext cx="167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完善 Live2D 动作、隐私提示、评测和现场脚本。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6EEB5-4A61-4B7F-A654-F19907E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8496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AAFAE-8FD0-48C6-BDCA-128A88C4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96CEC3-32E9-4AEB-8419-7AD81134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86350"/>
            <a:ext cx="813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32D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68C636-D236-49CC-89B8-6923B787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29250"/>
            <a:ext cx="813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77080"/>
                </a:solidFill>
                <a:latin typeface="Microsoft YaHei"/>
                <a:ea typeface="Microsoft YaHei"/>
                <a:cs typeface="Microsoft YaHei"/>
              </a:rPr>
              <a:t>一个可在桌面常驻、能感知用户状态、能语音聊天、能用多模态模型理解画面的 AI 桌宠。它以 BongoCat 的桌面体验为基础，但具备项目39要求的具身智能闭环。</a:t>
            </a:r>
          </a:p>
        </p:txBody>
      </p:sp>
    </p:spTree>
    <p:extLst>
      <p:ext uri="{BB962C8B-B14F-4D97-AF65-F5344CB8AC3E}">
        <p14:creationId xmlns:p14="http://schemas.microsoft.com/office/powerpoint/2010/main" val="981001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2026-05-13T14:50:32.5920000Z</dcterms:created>
  <dcterms:modified xsi:type="dcterms:W3CDTF">2026-05-13T14:50:32.5920000Z</dcterms:modified>
</coreProperties>
</file>